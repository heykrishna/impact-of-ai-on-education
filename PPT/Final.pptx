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257" r:id="rId6"/>
    <p:sldId id="269" r:id="rId7"/>
    <p:sldId id="270" r:id="rId8"/>
    <p:sldId id="271" r:id="rId9"/>
    <p:sldId id="272" r:id="rId10"/>
    <p:sldId id="273" r:id="rId11"/>
    <p:sldId id="275" r:id="rId12"/>
    <p:sldId id="277" r:id="rId13"/>
    <p:sldId id="274" r:id="rId14"/>
    <p:sldId id="280" r:id="rId15"/>
    <p:sldId id="279" r:id="rId16"/>
    <p:sldId id="281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68" r:id="rId25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3800" dirty="0"/>
              <a:t>Impact of Artificial Intelligence on Education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          Krishna Raj Mitra       Rishant Singh       Summit Singla       Ocean Kajal </a:t>
            </a: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              2210991816        	     2210992158          2210992420         2210992006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Simarjeet Kaur </a:t>
            </a: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Artificial Intelligence is transforming modern education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Traditional learning = same for all students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AI enables personalized and adaptive learning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Helps both students and teachers 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AI makes learning more interactive and data-driven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One size fits all learning system 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Students learn at different speeds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High teachers workload (grading, tracking, etc.)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Lack of personalization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3676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4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 err="1"/>
              <a:t>Analyze</a:t>
            </a:r>
            <a:r>
              <a:rPr lang="en-IN" sz="2000" dirty="0"/>
              <a:t> impact of AI on education 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Compare different AI tools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Evaluate learning performance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Identify benefits and challenges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03321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5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AI improves personalized learning 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Generative AI (like ChatGPT) increases engagement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AI helps reduce time in academic tasks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Still lacks long-term validation </a:t>
            </a:r>
            <a:endParaRPr lang="en-US" sz="2000" dirty="0"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13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6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Limited real-world evaluation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Lack of long-term studies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No standard evaluation method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Needs a combined </a:t>
            </a:r>
            <a:r>
              <a:rPr lang="en-US" sz="2000" dirty="0"/>
              <a:t>evaluation of performance, ethics, and accessibility</a:t>
            </a: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6570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Tools Consideration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7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ChatGPT – </a:t>
            </a:r>
            <a:r>
              <a:rPr lang="en-US" sz="2000" dirty="0"/>
              <a:t>Instant explanations and flexible learning</a:t>
            </a: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Intelligent Tutoring System (ITS) – </a:t>
            </a:r>
            <a:r>
              <a:rPr lang="en-IN" sz="2000" dirty="0"/>
              <a:t>Structured and step-by-step learning</a:t>
            </a:r>
            <a:r>
              <a:rPr lang="en-US" sz="2000" dirty="0"/>
              <a:t>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AI Platforms (Khan Academy, Coursera) – Organized courses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Automated Assessment Tools – Fast grading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60543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8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Dataset-based analysis (not real students)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Same tasks used for all tools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Tasks included: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Concept explanation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Problem-solving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Content generation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Revision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94157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Parameters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9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Quantitative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Response time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Accuracy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Task completion rate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Qualitative: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Engagement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Usability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Personalization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Clarity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3354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10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Laptop / smartphone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Internet-based AI tools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Same environment for all tests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Standard academic tasks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24143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– Performance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11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2000" dirty="0"/>
              <a:t>		Comparison of AI Tools Performance</a:t>
            </a: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900" b="0" strike="noStrike" spc="-1" dirty="0">
                <a:solidFill>
                  <a:srgbClr val="000000"/>
                </a:solidFill>
                <a:latin typeface="Calibri"/>
              </a:rPr>
              <a:t>	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ChatGPT clearly outperforms in speed and completion rate</a:t>
            </a: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19A838A-911F-B350-3636-8C63463321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875936"/>
              </p:ext>
            </p:extLst>
          </p:nvPr>
        </p:nvGraphicFramePr>
        <p:xfrm>
          <a:off x="457200" y="1706880"/>
          <a:ext cx="8229600" cy="38282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38144457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0707501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75282224"/>
                    </a:ext>
                  </a:extLst>
                </a:gridCol>
              </a:tblGrid>
              <a:tr h="957072">
                <a:tc>
                  <a:txBody>
                    <a:bodyPr/>
                    <a:lstStyle/>
                    <a:p>
                      <a:r>
                        <a:rPr lang="en-IN" dirty="0"/>
                        <a:t>Tool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Response 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Completion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618266"/>
                  </a:ext>
                </a:extLst>
              </a:tr>
              <a:tr h="957072">
                <a:tc>
                  <a:txBody>
                    <a:bodyPr/>
                    <a:lstStyle/>
                    <a:p>
                      <a:r>
                        <a:rPr lang="en-IN" dirty="0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3.2 sec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94%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640282"/>
                  </a:ext>
                </a:extLst>
              </a:tr>
              <a:tr h="957072">
                <a:tc>
                  <a:txBody>
                    <a:bodyPr/>
                    <a:lstStyle/>
                    <a:p>
                      <a:r>
                        <a:rPr lang="en-IN"/>
                        <a:t>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5.6 sec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88%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9443005"/>
                  </a:ext>
                </a:extLst>
              </a:tr>
              <a:tr h="957072">
                <a:tc>
                  <a:txBody>
                    <a:bodyPr/>
                    <a:lstStyle/>
                    <a:p>
                      <a:r>
                        <a:rPr lang="en-IN" dirty="0"/>
                        <a:t>AI Platform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6.9 sec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85%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3713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408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– Qualitative Score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 dirty="0">
                <a:solidFill>
                  <a:srgbClr val="000000"/>
                </a:solidFill>
                <a:latin typeface="Calibri"/>
              </a:rPr>
              <a:t> 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ChatGPT achieved the highest overall performance score</a:t>
            </a: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2F5D97-B591-7140-19C1-96C5F4D7F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763993"/>
              </p:ext>
            </p:extLst>
          </p:nvPr>
        </p:nvGraphicFramePr>
        <p:xfrm>
          <a:off x="457200" y="1767840"/>
          <a:ext cx="8229600" cy="30480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373358832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803505233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n-IN" dirty="0"/>
                        <a:t>Tool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Score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349564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IN" dirty="0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46/50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767772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IN"/>
                        <a:t>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39/50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616861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IN"/>
                        <a:t>AI Platform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37/50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7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3066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on Students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13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Personalized learning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Faster understanding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Independent Learning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Better engagement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5519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on Teachers 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14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Reduced workload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Automated grading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Better student insights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More focus on interactive teaching and mentoring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1535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on Institutions 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15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Data-driven decisions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Improved curriculum design 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Identify weak students early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Scalable education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044138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AI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16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Personalization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Efficiency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Accessibility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Continuous learning support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Scalability (can support large number of students)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75474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17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Data privacy issues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Algorithm bias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Digital divide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Over-reliance on AI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11838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18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AI is a transformative tool, not just support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Best results come from combining multiple AI tools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Balance between AI + human teaching is necessary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500664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19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AI improves learning, teaching, and institutions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Provides personalized and </a:t>
            </a:r>
            <a:r>
              <a:rPr lang="en-IN" sz="2000" dirty="0"/>
              <a:t>efficient</a:t>
            </a:r>
            <a:r>
              <a:rPr lang="en-US" sz="2000" dirty="0"/>
              <a:t> education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Must be used responsibly and ethically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47114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20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Study more AI tools (Gemini, Copilot)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Long-term impact analysis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Integration with VR &amp; advanced tech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Ethical improvement 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47323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21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34811</TotalTime>
  <Words>507</Words>
  <Application>Microsoft Office PowerPoint</Application>
  <PresentationFormat>On-screen Show (4:3)</PresentationFormat>
  <Paragraphs>390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Krishna Raj</cp:lastModifiedBy>
  <cp:revision>2304</cp:revision>
  <dcterms:created xsi:type="dcterms:W3CDTF">2010-04-09T07:36:15Z</dcterms:created>
  <dcterms:modified xsi:type="dcterms:W3CDTF">2026-04-29T08:58:26Z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