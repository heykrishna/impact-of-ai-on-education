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6" r:id="rId5"/>
    <p:sldId id="257" r:id="rId6"/>
    <p:sldId id="269" r:id="rId7"/>
    <p:sldId id="270" r:id="rId8"/>
    <p:sldId id="271" r:id="rId9"/>
    <p:sldId id="272" r:id="rId10"/>
    <p:sldId id="273" r:id="rId11"/>
    <p:sldId id="275" r:id="rId12"/>
    <p:sldId id="277" r:id="rId13"/>
    <p:sldId id="281" r:id="rId14"/>
    <p:sldId id="282" r:id="rId15"/>
    <p:sldId id="283" r:id="rId16"/>
    <p:sldId id="284" r:id="rId17"/>
    <p:sldId id="285" r:id="rId18"/>
    <p:sldId id="286" r:id="rId19"/>
    <p:sldId id="287" r:id="rId20"/>
    <p:sldId id="288" r:id="rId21"/>
    <p:sldId id="268" r:id="rId22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7" y="3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3800" dirty="0"/>
              <a:t>Impact of Artificial Intelligence on Education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          Krishna Raj Mitra       Rishant Singh       Summit Singla       Ocean Kajal </a:t>
            </a: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              2210991816        	     2210992158          2210992420         2210992006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 Simarjeet </a:t>
            </a: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Kaur 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Artificial Intelligence (AI) is rapidly transforming modern education by introducing intelligence that can adapt to individual learning needs.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IN" sz="2000" dirty="0"/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/>
              <a:t>Traditional education follows a “one-size-fits-all” method, which often fails to address differences in student learning speed and understanding.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AI enables personalized, adaptive, data-driven learning, allowing students to learn at their own pace.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It also supports teachers by automating repetitive tasks and improving decision-making through data insights.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The traditional education system faces several limitations: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Uniform teaching methods ignore individual learning differences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Students learn at different speeds, leading to gaps in understanding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Teachers face high workload due to grading, tracking, and administration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Lack of personalization feedback reduces learning efficiency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These challenges highlight the need for an intelligent system that can adapt to diverse learning outcomes.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3676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4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The main objectives of this study are: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indent="-317500">
              <a:buClr>
                <a:srgbClr val="000000"/>
              </a:buClr>
              <a:buSzPts val="1400"/>
              <a:buFontTx/>
              <a:buChar char="●"/>
            </a:pPr>
            <a:r>
              <a:rPr lang="en-IN" sz="2000" dirty="0"/>
              <a:t>To </a:t>
            </a:r>
            <a:r>
              <a:rPr lang="en-IN" sz="2000" dirty="0" err="1"/>
              <a:t>analyze</a:t>
            </a:r>
            <a:r>
              <a:rPr lang="en-IN" sz="2000" dirty="0"/>
              <a:t> impact of AI on student learning and teaching efficiency 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To compare the performance of different AI tools in education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To evaluate both quantitative and qualitative learning outcomes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To identify benefits, limitations, and real-worlds implications of AI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03321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5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Recent studies show that AI significantly improves personalization learning by adapting content based on student performance.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/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/>
              <a:t>Generative AI tools like ChatGPT enhances engagement and support independent learning. 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/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/>
              <a:t>Research also indicates that AI reduces task completion time and increased productivity in academic activities 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However, most studies lack long-term validation and are limited to small-scale experiments, indicating the need for deeper analysis.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13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Despite rapid advancements, existing research has several limitations: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Limited real-world experimental validation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Lack of long-term impact analysis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No standardized evaluation framework for AI tools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Insufficient focus on ethical and accessible issues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b="0" strike="noStrike" spc="-1" dirty="0">
              <a:solidFill>
                <a:srgbClr val="000000"/>
              </a:solidFill>
              <a:latin typeface="Calibri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spc="-1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The</a:t>
            </a:r>
            <a:r>
              <a:rPr lang="en-US" sz="2000" spc="-1" dirty="0">
                <a:solidFill>
                  <a:srgbClr val="000000"/>
                </a:solidFill>
                <a:latin typeface="Calibri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000" spc="-1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study aims to address these gaps by providing a structured and multi-dimensional evaluation. </a:t>
            </a: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6570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Tools Consideration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7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IN" sz="2000" dirty="0"/>
              <a:t>The study evaluates different categories of AI tools:</a:t>
            </a:r>
            <a:endParaRPr lang="en-US" sz="2000" b="0" strike="noStrike" spc="-1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ChatGPT – Provides instant explanation, flexible responses, and support multiple academic tasks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Intelligent Tutoring System (ITS) – Offer structured, step-by-step learning with adaptive feedback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AI Learning Platforms – Provide organized courses, progress tracking, and scalability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Automated Assessment Tools – Enable fast and consistent grading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Each tool contributes differently to the learning ecosystem.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60543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The study follows a dataset-driven experimental approach: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The same academic tasks were given to all AI tools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Tasks included concept explanation, problem-solving, content generation, and revision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Controlled environment ensures fairness in evaluation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Multiple iterations were performed and results were averaged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The goal was to simulate real academic usage while maintaining consistency.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94157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Parameters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9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139700" lvl="0">
              <a:buClr>
                <a:srgbClr val="000000"/>
              </a:buClr>
              <a:buSzPts val="1400"/>
            </a:pPr>
            <a:endParaRPr lang="en-IN" sz="2000" dirty="0"/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The performance of AI tools were evaluated using: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Quantitative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Response time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Accuracy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Task completion rate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Qualitative: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Engagement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Usability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Personalization </a:t>
            </a:r>
          </a:p>
          <a:p>
            <a:pPr marL="914400" lvl="1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Clarity of explanation 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A weighted scoring system was used to ensure balanced evaluation.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3354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on AI on Student Learni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</a:t>
            </a: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Engagement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10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139700" lvl="0">
              <a:buClr>
                <a:srgbClr val="000000"/>
              </a:buClr>
              <a:buSzPts val="1400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Personalized learning experience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Improves understanding and retention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Faster task completion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Higher student engagement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BBB3A3-DB7E-1154-F17C-3089617F6B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3690705"/>
            <a:ext cx="3895343" cy="29213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4D5E7E-F171-2EBA-69A2-D9EF063AB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964" y="2439786"/>
            <a:ext cx="4678036" cy="350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192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of AI on Teaching Efficiency  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11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Reduced grading and planning time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Instant feedback generation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Lower administrative workload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More focus on mentoring students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9247A1-4140-8AA7-87AF-C4828AD6E6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146" y="2898656"/>
            <a:ext cx="4609854" cy="34578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71535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on Institutions 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IN" sz="2000" dirty="0"/>
              <a:t>AI enables institutes to: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Make data-driven decisions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Improve curriculum design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Identify weak students early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Scale education to larger audiences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It transforms education into a more efficient and intelligent system.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04413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AI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13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Personalization learning tailored to individual needs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Increased efficiency in academic tasks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Improved accessibility for diverse learners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Continuous support and instant feedbacks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Scalability (can support large number of students)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75474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14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Data privacy and security concerns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Algorithm bias and fairness issues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Digital divide and accessibility limitations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Risk of over-reliance of AI tools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These challenges must be addressed for responsible implementation.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11838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Impact of AI in education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15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AI improves overall learning efficiency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Enhances engagement and performance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Best results with AI + human interaction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Requires responsible and balanced use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EBE7FB-74E5-F90D-A474-C6A76FFA1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9922" y="2974848"/>
            <a:ext cx="3964077" cy="2973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50066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16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AI significantly enhances learning outcomes, teaching efficiency, and institutional performance.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It enables personalized, efficient, and scalable education system.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However, responsible usage and ethical consideration are crucial.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>
              <a:buClr>
                <a:srgbClr val="000000"/>
              </a:buClr>
              <a:buSzPts val="1400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-   The future of education lies in a hybrid model of AI + human intelligence.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9700" lvl="0">
              <a:buClr>
                <a:srgbClr val="000000"/>
              </a:buClr>
              <a:buSzPts val="1400"/>
            </a:pP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47114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 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17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IN" sz="2000" dirty="0"/>
              <a:t>Explore advance AI tools like Gemini and Copilot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/>
              <a:t>Conduct long term studies on learning outcomes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IN" sz="2000" dirty="0"/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Integrate AI with technologies like VR and AR </a:t>
            </a: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endParaRPr lang="en-US" sz="2000" dirty="0">
              <a:solidFill>
                <a:srgbClr val="000000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317500">
              <a:buClr>
                <a:srgbClr val="000000"/>
              </a:buClr>
              <a:buSzPts val="1400"/>
              <a:buChar char="●"/>
            </a:pPr>
            <a:r>
              <a:rPr lang="en-US" sz="20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Improve ethical frameworks and data security</a:t>
            </a:r>
            <a:endParaRPr lang="en-US" sz="36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4732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18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34964</TotalTime>
  <Words>814</Words>
  <Application>Microsoft Office PowerPoint</Application>
  <PresentationFormat>On-screen Show (4:3)</PresentationFormat>
  <Paragraphs>355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Krishna Raj</cp:lastModifiedBy>
  <cp:revision>2309</cp:revision>
  <dcterms:created xsi:type="dcterms:W3CDTF">2010-04-09T07:36:15Z</dcterms:created>
  <dcterms:modified xsi:type="dcterms:W3CDTF">2026-05-02T01:48:52Z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